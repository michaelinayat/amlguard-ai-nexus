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AMLGuard AI Nexus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Public Real-Data Edition</a:t>
            </a:r>
          </a:p>
          <a:p>
            <a:r>
              <a:t>Professional Certification Project | Python + FastAPI + Graph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Two separate public-data tracks: cryptocurrency research labels and banking/payment card-fraud labels</a:t>
            </a:r>
          </a:p>
          <a:p>
            <a:pPr>
              <a:defRPr sz="2200"/>
            </a:pPr>
            <a:r>
              <a:t>Active API does not use synthetic accounts, transactions, or simulated labels</a:t>
            </a:r>
          </a:p>
          <a:p>
            <a:pPr>
              <a:defRPr sz="2200"/>
            </a:pPr>
            <a:r>
              <a:t>Raw data and trained artifacts are not bundled; users verify provider terms and run pipelines locally</a:t>
            </a:r>
          </a:p>
          <a:p>
            <a:pPr>
              <a:defRPr sz="2200"/>
            </a:pPr>
            <a:r>
              <a:t>Research risk scores require human review; they do not prove wrongdoing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Strategy: Cryptocurrency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Elliptic Bitcoin transaction graph: source-provided licit, illicit, and unknown labels</a:t>
            </a:r>
          </a:p>
          <a:p>
            <a:pPr>
              <a:defRPr sz="2200"/>
            </a:pPr>
            <a:r>
              <a:t>Directed transaction-to-transaction graph; derive in-degree and out-degree features</a:t>
            </a:r>
          </a:p>
          <a:p>
            <a:pPr>
              <a:defRPr sz="2200"/>
            </a:pPr>
            <a:r>
              <a:t>Unknown labels are excluded from supervised metrics, not silently treated as licit</a:t>
            </a:r>
          </a:p>
          <a:p>
            <a:pPr>
              <a:defRPr sz="2200"/>
            </a:pPr>
            <a:r>
              <a:t>Research labels are not legal proof; review aggregated feature availability and potential leakage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Strategy: Banking/Payment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European Credit Card Fraud Detection: non-synthetic anonymized card transactions with fraud/non-fraud labels</a:t>
            </a:r>
          </a:p>
          <a:p>
            <a:pPr>
              <a:defRPr sz="2200"/>
            </a:pPr>
            <a:r>
              <a:t>Task is card-fraud classification, NOT money-laundering detection</a:t>
            </a:r>
          </a:p>
          <a:p>
            <a:pPr>
              <a:defRPr sz="2200"/>
            </a:pPr>
            <a:r>
              <a:t>Dataset has no account identifiers for an account-transfer graph</a:t>
            </a:r>
          </a:p>
          <a:p>
            <a:pPr>
              <a:defRPr sz="2200"/>
            </a:pPr>
            <a:r>
              <a:t>A true supervised bank AML track requires authorized partner data and documented investigation outcomes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and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Dataset-specific loaders and model artifacts; no cross-domain label mixing</a:t>
            </a:r>
          </a:p>
          <a:p>
            <a:pPr>
              <a:defRPr sz="2200"/>
            </a:pPr>
            <a:r>
              <a:t>Elliptic: temporal train &lt;=34, validation 35–39, test &gt;=40</a:t>
            </a:r>
          </a:p>
          <a:p>
            <a:pPr>
              <a:defRPr sz="2200"/>
            </a:pPr>
            <a:r>
              <a:t>Banking proxy: time-ordered 80/20 split, fail-fast label/schema validation</a:t>
            </a:r>
          </a:p>
          <a:p>
            <a:pPr>
              <a:defRPr sz="2200"/>
            </a:pPr>
            <a:r>
              <a:t>NetworkX graph; scikit-learn class-weighted Random Forest; evaluation JSON outputs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Surface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GET /real-data/strategy — data readiness and task scope</a:t>
            </a:r>
          </a:p>
          <a:p>
            <a:pPr>
              <a:defRPr sz="2200"/>
            </a:pPr>
            <a:r>
              <a:t>GET /real-data/elliptic/graph/{tx_id} — graph neighborhood context</a:t>
            </a:r>
          </a:p>
          <a:p>
            <a:pPr>
              <a:defRPr sz="2200"/>
            </a:pPr>
            <a:r>
              <a:t>GET /real-data/elliptic/score/{tx_id} — Elliptic research score after training</a:t>
            </a:r>
          </a:p>
          <a:p>
            <a:pPr>
              <a:defRPr sz="2200"/>
            </a:pPr>
            <a:r>
              <a:t>POST /real-data/banking/score — card-fraud proxy score, never an AML probability</a:t>
            </a:r>
          </a:p>
          <a:p>
            <a:pPr>
              <a:defRPr sz="2200"/>
            </a:pPr>
            <a:r>
              <a:t>Legacy synthetic routes return HTTP 410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Precision, recall, F1, ROC-AUC, average precision/PR-AUC, confusion matrix and support</a:t>
            </a:r>
          </a:p>
          <a:p>
            <a:pPr>
              <a:defRPr sz="2200"/>
            </a:pPr>
            <a:r>
              <a:t>Prioritize minority-class recall and precision-recall analysis over accuracy alone</a:t>
            </a:r>
          </a:p>
          <a:p>
            <a:pPr>
              <a:defRPr sz="2200"/>
            </a:pPr>
            <a:r>
              <a:t>Use chronological splits; document feature leakage, threshold selection and class imbalance</a:t>
            </a:r>
          </a:p>
          <a:p>
            <a:pPr>
              <a:defRPr sz="2200"/>
            </a:pPr>
            <a:r>
              <a:t>No model evaluation results are claimed until the real data is downloaded and pipelines run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Licensing and Reproducibility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Verify the exact provider/version license and rights for training, sharing, redistribution and commercial use</a:t>
            </a:r>
          </a:p>
          <a:p>
            <a:pPr>
              <a:defRPr sz="2200"/>
            </a:pPr>
            <a:r>
              <a:t>Record download date, checksums, dataset version, split, random seed and model parameters</a:t>
            </a:r>
          </a:p>
          <a:p>
            <a:pPr>
              <a:defRPr sz="2200"/>
            </a:pPr>
            <a:r>
              <a:t>Raw datasets are excluded from the project package</a:t>
            </a:r>
          </a:p>
          <a:p>
            <a:pPr>
              <a:defRPr sz="2200"/>
            </a:pPr>
            <a:r>
              <a:t>Use docs/DATASET_MANIFEST_TEMPLATE.json and cite dataset providers/original research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Responsible AI and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Scores are triage signals, not proof of criminal activity</a:t>
            </a:r>
          </a:p>
          <a:p>
            <a:pPr>
              <a:defRPr sz="2200"/>
            </a:pPr>
            <a:r>
              <a:t>No automated freezing, closure, denial of service or adverse decisions</a:t>
            </a:r>
          </a:p>
          <a:p>
            <a:pPr>
              <a:defRPr sz="2200"/>
            </a:pPr>
            <a:r>
              <a:t>Human investigation, legal/privacy review and independent validation are required</a:t>
            </a:r>
          </a:p>
          <a:p>
            <a:pPr>
              <a:defRPr sz="2200"/>
            </a:pPr>
            <a:r>
              <a:t>Cryptocurrency and card-fraud models do not automatically generalize to bank AML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Implemented: loaders, preprocessing, model training, evaluation report generation, API routes, graph builder and tests</a:t>
            </a:r>
          </a:p>
          <a:p>
            <a:pPr>
              <a:defRPr sz="2200"/>
            </a:pPr>
            <a:r>
              <a:t>Local test suite: 10 tests passed; no real-data training metrics yet because raw datasets are not bundled</a:t>
            </a:r>
          </a:p>
          <a:p>
            <a:pPr>
              <a:defRPr sz="2200"/>
            </a:pPr>
            <a:r>
              <a:t>Pending: download data, verify licenses, run both training pipelines, review outputs</a:t>
            </a:r>
          </a:p>
          <a:p>
            <a:pPr>
              <a:defRPr sz="2200"/>
            </a:pPr>
            <a:r>
              <a:t>True bank AML classification remains gated on authorized investigator-labeled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Elliptic dataset: kaggle.com/datasets/ellipticco/elliptic-data-set</a:t>
            </a:r>
          </a:p>
          <a:p>
            <a:pPr>
              <a:defRPr sz="2200"/>
            </a:pPr>
            <a:r>
              <a:t>Weber et al. (2019): arxiv.org/abs/1908.02591</a:t>
            </a:r>
          </a:p>
          <a:p>
            <a:pPr>
              <a:defRPr sz="2200"/>
            </a:pPr>
            <a:r>
              <a:t>Card fraud dataset: kaggle.com/datasets/mlg-ulb/creditcardfraud</a:t>
            </a:r>
          </a:p>
          <a:p>
            <a:pPr>
              <a:defRPr sz="2200"/>
            </a:pPr>
            <a:r>
              <a:t>MoneyData: data.mendeley.com/datasets/dnxtg6n4rv/1</a:t>
            </a:r>
          </a:p>
          <a:p>
            <a:pPr>
              <a:defRPr sz="2200"/>
            </a:pPr>
            <a:r>
              <a:t>Full strategy: docs/REAL_DATA_STRATEGY.md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